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image" Target="../media/image-4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6035040" cy="6035040"/>
          </a:xfrm>
          <a:prstGeom prst="ellipse">
            <a:avLst/>
          </a:prstGeom>
          <a:ln w="19050">
            <a:solidFill>
              <a:srgbClr val="2A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005840"/>
            <a:ext cx="4572000" cy="4572000"/>
          </a:xfrm>
          <a:prstGeom prst="ellipse">
            <a:avLst/>
          </a:prstGeom>
          <a:ln w="15240">
            <a:solidFill>
              <a:srgbClr val="2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1783080"/>
            <a:ext cx="1417320" cy="1417320"/>
          </a:xfrm>
          <a:prstGeom prst="ellipse">
            <a:avLst/>
          </a:prstGeom>
          <a:solidFill>
            <a:srgbClr val="46D12A"/>
          </a:solidFill>
          <a:ln/>
          <a:effectLst>
            <a:outerShdw sx="100000" sy="100000" kx="0" ky="0" algn="bl" rotWithShape="0" blurRad="381000" dist="50800" dir="16200000">
              <a:srgbClr val="46D12A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COMPANY PROFILE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67167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2026 · NOXSTUDIO.DEV</a:t>
            </a:r>
            <a:endParaRPr lang="en-US" sz="1100" dirty="0"/>
          </a:p>
        </p:txBody>
      </p:sp>
      <p:pic>
        <p:nvPicPr>
          <p:cNvPr id="8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4297680" cy="12706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383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Digital things,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made </a:t>
            </a:r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easier.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566928" y="50749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 small technology studio building websites, apps, stores, SEO-ready pages, and digital systems that help businesses get found, understood, and trusted.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6053328"/>
            <a:ext cx="1105783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172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BASED IN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6928" y="6373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Yabroud, Syria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10128" y="6172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WORKING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310128" y="6373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Remote · Worldwide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53328" y="6172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SINCE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053328" y="6373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2022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96528" y="6172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CONTACT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796528" y="6373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hello@noxstudio.dev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515807" y="18288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A1A1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Shape 2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87782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make the digital </a:t>
            </a:r>
            <a:pPr indent="0" marL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part easier.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" y="2240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nox Studio is for people who have an idea, a business, or a half-built digital mess — and just need someone to make it make sense.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31546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build websites, apps, stores, SEO-ready pages, booking systems, CRMs, dashboards, and custom tools that help your business be found, understood, and trusted — and we care about the feeling of the process.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You should not feel lost building your own website. You should not feel overcharged. You should not feel like you are begging a team to explain what is happening.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listen, we guide, we suggest the honest options, and then we build the one that fits you best.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52360" y="2240280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03920" y="2743200"/>
            <a:ext cx="1920240" cy="1920240"/>
          </a:xfrm>
          <a:prstGeom prst="ellipse">
            <a:avLst/>
          </a:prstGeom>
          <a:ln w="19050">
            <a:solidFill>
              <a:srgbClr val="2A2A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98280" y="3337560"/>
            <a:ext cx="731520" cy="731520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4754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Small team. Real care. Clear work.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Digital things, made with people in mind.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928" y="5715000"/>
            <a:ext cx="64008" cy="868680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566928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Bring the idea, the problem, or the mess.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turn it into something clear.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877824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 studio that stays close to the work.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66928" y="205740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nox Studio is a small technology studio based in Yabroud, Syria, working with clients worldwide. Founded in 2022, we build digital products for businesses that need more than a nice-looking page.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Some clients come with a clear brief. Some come with a project that stopped halfway. Some come with only an idea. All of that is welcome.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Our role is to understand what the client is trying to do, make the options clear, and build the solution that makes the most sense. We are not a big agency, and we do not pretend to be one.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5577840"/>
            <a:ext cx="64008" cy="868680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553212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Formerly Don’t Forget.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Same team, easier name.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12280" y="1783080"/>
            <a:ext cx="4800600" cy="4526280"/>
          </a:xfrm>
          <a:prstGeom prst="roundRect">
            <a:avLst>
              <a:gd name="adj" fmla="val 202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86600" y="2057400"/>
            <a:ext cx="292608" cy="41148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2" name="Shape 9"/>
          <p:cNvSpPr/>
          <p:nvPr/>
        </p:nvSpPr>
        <p:spPr>
          <a:xfrm>
            <a:off x="7086600" y="2057400"/>
            <a:ext cx="41148" cy="292608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0" y="2587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COMPANY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823960" y="2587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nox Studio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132320" y="2999232"/>
            <a:ext cx="4160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3044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WEBSITE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823960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noxstudio.dev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132320" y="3456432"/>
            <a:ext cx="4160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0" y="35021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EMAIL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823960" y="3502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hello@noxstudio.dev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132320" y="3913632"/>
            <a:ext cx="4160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0" y="3959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PHONE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823960" y="3959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+963 935 154 501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132320" y="4370832"/>
            <a:ext cx="4160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0" y="4416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LOCATION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823960" y="4416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Yabroud, Damascus Suburbs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132320" y="4828032"/>
            <a:ext cx="4160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0" y="4873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MODEL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823960" y="4873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Remote · Worldwide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132320" y="5285232"/>
            <a:ext cx="4160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32320" y="5330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FOUNDED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823960" y="5330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2022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132320" y="5742432"/>
            <a:ext cx="4160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0" y="57881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CORE TEAM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823960" y="5788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4 people · collaborators when needed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515807" y="18288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A1A1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Shape 2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THE TEAM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877824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Built by people who like things </a:t>
            </a:r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done properly.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6928" y="1920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 small team of engineers and builders who care about people as much as the product. Clean systems, clear conversations, and clients who can finally sleep at night.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2697480"/>
            <a:ext cx="2551176" cy="3246120"/>
          </a:xfrm>
          <a:prstGeom prst="roundRect">
            <a:avLst>
              <a:gd name="adj" fmla="val 3584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20140" y="3026664"/>
            <a:ext cx="1444752" cy="1444752"/>
          </a:xfrm>
          <a:prstGeom prst="ellipse">
            <a:avLst/>
          </a:prstGeom>
          <a:ln w="31750">
            <a:solidFill>
              <a:srgbClr val="46D1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6716" y="3063240"/>
            <a:ext cx="1371600" cy="137160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2" name="Image 1" descr="/home/claude/per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3392424"/>
            <a:ext cx="630936" cy="6309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56716" y="4416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PHOTO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749808" y="4846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Eng. Tony Nakhla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49808" y="53309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CO-FOUNDER · TECH LEAD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392424" y="2697480"/>
            <a:ext cx="2551176" cy="3246120"/>
          </a:xfrm>
          <a:prstGeom prst="roundRect">
            <a:avLst>
              <a:gd name="adj" fmla="val 3584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945636" y="3026664"/>
            <a:ext cx="1444752" cy="1444752"/>
          </a:xfrm>
          <a:prstGeom prst="ellipse">
            <a:avLst/>
          </a:prstGeom>
          <a:ln w="31750">
            <a:solidFill>
              <a:srgbClr val="46D1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982212" y="3063240"/>
            <a:ext cx="1371600" cy="137160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9" name="Image 2" descr="/home/claude/per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3392424"/>
            <a:ext cx="630936" cy="6309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82212" y="4416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PHOTO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3575304" y="4846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Eng. Rami Arbash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3575304" y="53309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CO-FOUNDER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217920" y="2697480"/>
            <a:ext cx="2551176" cy="3246120"/>
          </a:xfrm>
          <a:prstGeom prst="roundRect">
            <a:avLst>
              <a:gd name="adj" fmla="val 3584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71132" y="3026664"/>
            <a:ext cx="1444752" cy="1444752"/>
          </a:xfrm>
          <a:prstGeom prst="ellipse">
            <a:avLst/>
          </a:prstGeom>
          <a:ln w="31750">
            <a:solidFill>
              <a:srgbClr val="46D12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07708" y="3063240"/>
            <a:ext cx="1371600" cy="137160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26" name="Image 3" descr="/home/claude/pers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392424"/>
            <a:ext cx="630936" cy="6309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07708" y="4416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PHOTO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6400800" y="4846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Eng. Jossef Kassies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400800" y="53309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CO-FOUNDER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043416" y="2697480"/>
            <a:ext cx="2551176" cy="3246120"/>
          </a:xfrm>
          <a:prstGeom prst="roundRect">
            <a:avLst>
              <a:gd name="adj" fmla="val 3584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596628" y="3026664"/>
            <a:ext cx="1444752" cy="1444752"/>
          </a:xfrm>
          <a:prstGeom prst="ellipse">
            <a:avLst/>
          </a:prstGeom>
          <a:ln w="31750">
            <a:solidFill>
              <a:srgbClr val="46D12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633204" y="3063240"/>
            <a:ext cx="1371600" cy="137160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33" name="Image 4" descr="/home/claude/pers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3392424"/>
            <a:ext cx="630936" cy="6309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633204" y="4416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PHOTO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9226296" y="4846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Full Name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9226296" y="53309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ROLE / TITLE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66928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Tip: click each circle and </a:t>
            </a:r>
            <a:pPr algn="ctr" indent="0" marL="0">
              <a:buNone/>
            </a:pPr>
            <a:r>
              <a:rPr lang="en-US" sz="1000" b="1" i="1" dirty="0">
                <a:solidFill>
                  <a:srgbClr val="9A9A94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“Change Picture”</a:t>
            </a:r>
            <a:pPr algn="ctr" indent="0" marL="0">
              <a:buNone/>
            </a:pPr>
            <a:r>
              <a:rPr lang="en-US" sz="1000" i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 to drop in real photos, then edit the names.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87782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Not just a website studio.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66928" y="2103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nox Studio helps businesses turn digital confusion into clear websites, apps, SEO-ready pages, stores, systems, and tools that people can actually use.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66928" y="2971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People are not only buying a website. They are trying to stop feeling stuck, confused, delayed, ignored, or unsure. We solve the technical problem — and improve the experience of getting there.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 rot="1200000">
            <a:off x="566928" y="3858768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OUR BRAND PROMISE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4160520"/>
            <a:ext cx="5285232" cy="1371600"/>
          </a:xfrm>
          <a:prstGeom prst="roundRect">
            <a:avLst>
              <a:gd name="adj" fmla="val 6667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35608" y="432511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1248" y="4754880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help you understand what you need, choose the right option, and build it with care.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99048" y="4160520"/>
            <a:ext cx="5285232" cy="1371600"/>
          </a:xfrm>
          <a:prstGeom prst="roundRect">
            <a:avLst>
              <a:gd name="adj" fmla="val 6667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73368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967728" y="432511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Build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73368" y="4754880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make the digital part easier — from the first conversation to the final launch.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6928" y="5760720"/>
            <a:ext cx="64008" cy="868680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20" name="Text 17"/>
          <p:cNvSpPr/>
          <p:nvPr/>
        </p:nvSpPr>
        <p:spPr>
          <a:xfrm>
            <a:off x="768096" y="57150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You bring the idea, the problem, or the mess.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make it clear, useful, and ready for people.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WHAT DRIVES US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877824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Mission, vision, and one core belief.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21945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9536" y="2487168"/>
            <a:ext cx="566928" cy="566928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07" y="2640239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7048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Mission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59536" y="3246120"/>
            <a:ext cx="2935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To make digital projects feel clearer, lighter, and more useful — for the businesses building them and the people using them. Building a system should not feel like walking through fog.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79976" y="21945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72584" y="2487168"/>
            <a:ext cx="566928" cy="566928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655" y="2640239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0096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Vision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72584" y="3246120"/>
            <a:ext cx="2935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To become a trusted small studio known for honest guidance, thoughtful technology, and digital products people enjoy using. The team that brings calm. Not louder. Not fancier. Just better.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93024" y="21945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0E2A07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93024" y="2194560"/>
            <a:ext cx="3520440" cy="3657600"/>
          </a:xfrm>
          <a:prstGeom prst="roundRect">
            <a:avLst>
              <a:gd name="adj" fmla="val 2597"/>
            </a:avLst>
          </a:prstGeom>
          <a:ln w="19050">
            <a:solidFill>
              <a:srgbClr val="46D12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485632" y="2487168"/>
            <a:ext cx="566928" cy="566928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703" y="2640239"/>
            <a:ext cx="260787" cy="2607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53144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Core belief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485632" y="3246120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Good digital work should help people feel less lost.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485632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A94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 good website helps visitors understand. A good app helps users move. A good process helps the client feel safe. That is the center of nox Studio.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515807" y="18288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A1A1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06</a:t>
            </a:r>
            <a:endParaRPr lang="en-US" sz="15000" dirty="0"/>
          </a:p>
        </p:txBody>
      </p:sp>
      <p:sp>
        <p:nvSpPr>
          <p:cNvPr id="5" name="Shape 2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877824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build &amp; improve digital products.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6928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The service is not only “building the thing.” The real value is helping clients understand what the thing should be first.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2788920"/>
            <a:ext cx="1338682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" y="2985516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2788920"/>
            <a:ext cx="9272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Websites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070202" y="2788920"/>
            <a:ext cx="1786738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71370" y="2985516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14" name="Text 11"/>
          <p:cNvSpPr/>
          <p:nvPr/>
        </p:nvSpPr>
        <p:spPr>
          <a:xfrm>
            <a:off x="2435962" y="2788920"/>
            <a:ext cx="13752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Landing pages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021531" y="278892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22699" y="2985516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17" name="Text 14"/>
          <p:cNvSpPr/>
          <p:nvPr/>
        </p:nvSpPr>
        <p:spPr>
          <a:xfrm>
            <a:off x="4387291" y="27889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SEO-ready pages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52083" y="2788920"/>
            <a:ext cx="1607515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3251" y="2985516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0" name="Text 17"/>
          <p:cNvSpPr/>
          <p:nvPr/>
        </p:nvSpPr>
        <p:spPr>
          <a:xfrm>
            <a:off x="6517843" y="2788920"/>
            <a:ext cx="11960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Mobile apps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924190" y="2788920"/>
            <a:ext cx="1338682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358" y="2985516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3" name="Text 20"/>
          <p:cNvSpPr/>
          <p:nvPr/>
        </p:nvSpPr>
        <p:spPr>
          <a:xfrm>
            <a:off x="8289950" y="2788920"/>
            <a:ext cx="9272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Web apps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427464" y="2788920"/>
            <a:ext cx="2145182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28632" y="2985516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6" name="Text 23"/>
          <p:cNvSpPr/>
          <p:nvPr/>
        </p:nvSpPr>
        <p:spPr>
          <a:xfrm>
            <a:off x="9793224" y="2788920"/>
            <a:ext cx="17337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E-commerce stores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66928" y="3447288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3643884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9" name="Text 26"/>
          <p:cNvSpPr/>
          <p:nvPr/>
        </p:nvSpPr>
        <p:spPr>
          <a:xfrm>
            <a:off x="932688" y="34472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Booking systems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2697480" y="3447288"/>
            <a:ext cx="1786738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898648" y="3643884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32" name="Text 29"/>
          <p:cNvSpPr/>
          <p:nvPr/>
        </p:nvSpPr>
        <p:spPr>
          <a:xfrm>
            <a:off x="3063240" y="3447288"/>
            <a:ext cx="13752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CRM platforms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648810" y="3447288"/>
            <a:ext cx="1517904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49978" y="3643884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35" name="Text 32"/>
          <p:cNvSpPr/>
          <p:nvPr/>
        </p:nvSpPr>
        <p:spPr>
          <a:xfrm>
            <a:off x="5014570" y="3447288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Dashboards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331306" y="3447288"/>
            <a:ext cx="2324405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32474" y="3643884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38" name="Text 35"/>
          <p:cNvSpPr/>
          <p:nvPr/>
        </p:nvSpPr>
        <p:spPr>
          <a:xfrm>
            <a:off x="6697066" y="3447288"/>
            <a:ext cx="191292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Business automation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8820302" y="3447288"/>
            <a:ext cx="1876349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21470" y="3643884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41" name="Text 38"/>
          <p:cNvSpPr/>
          <p:nvPr/>
        </p:nvSpPr>
        <p:spPr>
          <a:xfrm>
            <a:off x="9186062" y="3447288"/>
            <a:ext cx="14648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Custom systems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566928" y="4105656"/>
            <a:ext cx="1697126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" y="4302252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44" name="Text 41"/>
          <p:cNvSpPr/>
          <p:nvPr/>
        </p:nvSpPr>
        <p:spPr>
          <a:xfrm>
            <a:off x="932688" y="4105656"/>
            <a:ext cx="12856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UI/UX design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2428646" y="4105656"/>
            <a:ext cx="1786738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29814" y="4302252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47" name="Text 44"/>
          <p:cNvSpPr/>
          <p:nvPr/>
        </p:nvSpPr>
        <p:spPr>
          <a:xfrm>
            <a:off x="2794406" y="4105656"/>
            <a:ext cx="13752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Technical SEO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4379976" y="4105656"/>
            <a:ext cx="2055571" cy="47548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81144" y="4302252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50" name="Text 47"/>
          <p:cNvSpPr/>
          <p:nvPr/>
        </p:nvSpPr>
        <p:spPr>
          <a:xfrm>
            <a:off x="4745736" y="4105656"/>
            <a:ext cx="16440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Product planning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566928" y="5669280"/>
            <a:ext cx="64008" cy="868680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2" name="Text 49"/>
          <p:cNvSpPr/>
          <p:nvPr/>
        </p:nvSpPr>
        <p:spPr>
          <a:xfrm>
            <a:off x="768096" y="56235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Tell us what needs to work better.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We’ll help you choose the right path, then build it with care.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SERVICES · 1 OF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87782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Build, design, and sell.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21031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359152"/>
            <a:ext cx="292608" cy="41148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359152"/>
            <a:ext cx="41148" cy="292608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0" name="Shape 7"/>
          <p:cNvSpPr/>
          <p:nvPr/>
        </p:nvSpPr>
        <p:spPr>
          <a:xfrm>
            <a:off x="859536" y="2606040"/>
            <a:ext cx="603504" cy="603504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82" y="2768986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0128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59536" y="3401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Web Development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59536" y="38862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Websites and platforms that are clear, fast, responsive, and easy to understand. A site should explain who you are, what you offer, and what to do next.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79976" y="21031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36008" y="2359152"/>
            <a:ext cx="292608" cy="41148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7" name="Shape 13"/>
          <p:cNvSpPr/>
          <p:nvPr/>
        </p:nvSpPr>
        <p:spPr>
          <a:xfrm>
            <a:off x="4636008" y="2359152"/>
            <a:ext cx="41148" cy="292608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8" name="Shape 14"/>
          <p:cNvSpPr/>
          <p:nvPr/>
        </p:nvSpPr>
        <p:spPr>
          <a:xfrm>
            <a:off x="4672584" y="2606040"/>
            <a:ext cx="603504" cy="603504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530" y="2768986"/>
            <a:ext cx="277612" cy="2776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23176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672584" y="3401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UI/UX Design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672584" y="38862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Interfaces that help users move with confidence — clear screens, simple flows, useful layouts. Good design is not decoration. It is guidance.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93024" y="21031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49056" y="2359152"/>
            <a:ext cx="292608" cy="41148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25" name="Shape 20"/>
          <p:cNvSpPr/>
          <p:nvPr/>
        </p:nvSpPr>
        <p:spPr>
          <a:xfrm>
            <a:off x="8449056" y="2359152"/>
            <a:ext cx="41148" cy="292608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26" name="Shape 21"/>
          <p:cNvSpPr/>
          <p:nvPr/>
        </p:nvSpPr>
        <p:spPr>
          <a:xfrm>
            <a:off x="8485632" y="2606040"/>
            <a:ext cx="603504" cy="603504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578" y="2768986"/>
            <a:ext cx="277612" cy="2776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36224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485632" y="3401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8485632" y="38862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Online stores that help people browse, trust, and buy. Easy to explore, find, and finish — because if buying feels like an investigation, people leave.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66928" y="5623560"/>
            <a:ext cx="64008" cy="868680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32" name="Text 26"/>
          <p:cNvSpPr/>
          <p:nvPr/>
        </p:nvSpPr>
        <p:spPr>
          <a:xfrm>
            <a:off x="768096" y="55778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If users need to guess,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the website is being dramatic.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SERVICES · 2 OF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877824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Reach, organize, and automate.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2103120"/>
            <a:ext cx="5285232" cy="1783080"/>
          </a:xfrm>
          <a:prstGeom prst="roundRect">
            <a:avLst>
              <a:gd name="adj" fmla="val 512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2377440"/>
            <a:ext cx="548640" cy="548640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52557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04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27048" y="23957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Mobile Apps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41248" y="3017520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Apps for real users and real daily habits — something people can open, understand, and use without a tutorial and a deep breath.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99048" y="2103120"/>
            <a:ext cx="5285232" cy="1783080"/>
          </a:xfrm>
          <a:prstGeom prst="roundRect">
            <a:avLst>
              <a:gd name="adj" fmla="val 512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73368" y="2377440"/>
            <a:ext cx="548640" cy="548640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252557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52760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059168" y="23957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SEO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73368" y="3017520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SEO-ready pages and clean technical foundations: clear structure, useful content, fast performance, search-friendly from the start.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4114800"/>
            <a:ext cx="5285232" cy="1783080"/>
          </a:xfrm>
          <a:prstGeom prst="roundRect">
            <a:avLst>
              <a:gd name="adj" fmla="val 512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389120"/>
            <a:ext cx="548640" cy="548640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453725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20640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27048" y="440740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CRM Platforms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41248" y="5029200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CRMs, booking flows, pipelines, automations, and follow-up tools. Leads should not disappear into WhatsApp or “I think someone replied.”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099048" y="4114800"/>
            <a:ext cx="5285232" cy="1783080"/>
          </a:xfrm>
          <a:prstGeom prst="roundRect">
            <a:avLst>
              <a:gd name="adj" fmla="val 512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73368" y="4389120"/>
            <a:ext cx="548640" cy="548640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4537253"/>
            <a:ext cx="252374" cy="25237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652760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059168" y="440740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Custom Systems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373368" y="5029200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 dashboard, a portal, an internal tool — a workflow that does not fit a template. We plan it, simplify it, and build it.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66928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Your CRM should not be </a:t>
            </a:r>
            <a:pPr algn="ctr" indent="0" marL="0">
              <a:buNone/>
            </a:pPr>
            <a:r>
              <a:rPr lang="en-US" sz="1400" b="1" i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 group chat with extra steps.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515807" y="18288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A1A1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09</a:t>
            </a:r>
            <a:endParaRPr lang="en-US" sz="15000" dirty="0"/>
          </a:p>
        </p:txBody>
      </p:sp>
      <p:sp>
        <p:nvSpPr>
          <p:cNvPr id="5" name="Shape 2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HOW TO WORK WITH US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87782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Two ways in.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94560"/>
            <a:ext cx="5285232" cy="4023360"/>
          </a:xfrm>
          <a:prstGeom prst="roundRect">
            <a:avLst>
              <a:gd name="adj" fmla="val 2273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9536" y="2468880"/>
            <a:ext cx="566928" cy="566928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72768" y="24871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Full System Build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9536" y="3200400"/>
            <a:ext cx="470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For businesses that need more than a website. We plan, design, and build the full system behind the experience.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77824" y="4032504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3950208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Website &amp; app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9536" y="4315968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" y="4425696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17" name="Text 14"/>
          <p:cNvSpPr/>
          <p:nvPr/>
        </p:nvSpPr>
        <p:spPr>
          <a:xfrm>
            <a:off x="1115568" y="4343400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CRM &amp; booking system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59536" y="4709160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4818888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0" name="Text 17"/>
          <p:cNvSpPr/>
          <p:nvPr/>
        </p:nvSpPr>
        <p:spPr>
          <a:xfrm>
            <a:off x="1115568" y="473659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Dashboard &amp; admin panel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59536" y="5102352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77824" y="5212080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3" name="Text 20"/>
          <p:cNvSpPr/>
          <p:nvPr/>
        </p:nvSpPr>
        <p:spPr>
          <a:xfrm>
            <a:off x="1115568" y="5129784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Automation &amp; e-commerce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59536" y="5495544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605272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6" name="Text 23"/>
          <p:cNvSpPr/>
          <p:nvPr/>
        </p:nvSpPr>
        <p:spPr>
          <a:xfrm>
            <a:off x="1115568" y="5522976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User accounts &amp; workflows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59536" y="5888736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99048" y="2194560"/>
            <a:ext cx="5285232" cy="4023360"/>
          </a:xfrm>
          <a:prstGeom prst="roundRect">
            <a:avLst>
              <a:gd name="adj" fmla="val 2273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91656" y="2468880"/>
            <a:ext cx="566928" cy="566928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30" name="Text 27"/>
          <p:cNvSpPr/>
          <p:nvPr/>
        </p:nvSpPr>
        <p:spPr>
          <a:xfrm>
            <a:off x="639165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104888" y="24871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Hit &amp; Go Website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6391656" y="3200400"/>
            <a:ext cx="470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For businesses that need to show up clearly, look credible, and launch without a long emotional journey.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409944" y="4032504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34" name="Text 31"/>
          <p:cNvSpPr/>
          <p:nvPr/>
        </p:nvSpPr>
        <p:spPr>
          <a:xfrm>
            <a:off x="6647688" y="3950208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Landing &amp; campaign pages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91656" y="4315968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09944" y="4425696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37" name="Text 34"/>
          <p:cNvSpPr/>
          <p:nvPr/>
        </p:nvSpPr>
        <p:spPr>
          <a:xfrm>
            <a:off x="6647688" y="4343400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Company &amp; service websites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391656" y="4709160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9944" y="4818888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40" name="Text 37"/>
          <p:cNvSpPr/>
          <p:nvPr/>
        </p:nvSpPr>
        <p:spPr>
          <a:xfrm>
            <a:off x="6647688" y="473659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Portfolio &amp; personal brand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391656" y="5102352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09944" y="5212080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43" name="Text 40"/>
          <p:cNvSpPr/>
          <p:nvPr/>
        </p:nvSpPr>
        <p:spPr>
          <a:xfrm>
            <a:off x="6647688" y="5129784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Clinic websites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391656" y="5495544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9944" y="5605272"/>
            <a:ext cx="82296" cy="82296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46" name="Text 43"/>
          <p:cNvSpPr/>
          <p:nvPr/>
        </p:nvSpPr>
        <p:spPr>
          <a:xfrm>
            <a:off x="6647688" y="5522976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8C2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Restaurant &amp; cafe websites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6391656" y="5888736"/>
            <a:ext cx="4700016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OUR PROCESS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87782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How nox Studio works.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2468880"/>
            <a:ext cx="731520" cy="731520"/>
          </a:xfrm>
          <a:prstGeom prst="ellipse">
            <a:avLst/>
          </a:prstGeom>
          <a:solidFill>
            <a:srgbClr val="46D12A"/>
          </a:solidFill>
          <a:ln w="12700">
            <a:solidFill>
              <a:srgbClr val="46D1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1</a:t>
            </a:r>
            <a:endParaRPr lang="en-US" sz="2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7249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listen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66928" y="3931920"/>
            <a:ext cx="1947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start by understanding the business, the users, the problem, and the current situation.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816352" y="2468880"/>
            <a:ext cx="731520" cy="731520"/>
          </a:xfrm>
          <a:prstGeom prst="ellipse">
            <a:avLst/>
          </a:prstGeom>
          <a:solidFill>
            <a:srgbClr val="121212"/>
          </a:solidFill>
          <a:ln w="25400">
            <a:solidFill>
              <a:srgbClr val="46D12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816352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2</a:t>
            </a:r>
            <a:endParaRPr lang="en-US" sz="2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7249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16352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simplify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2816352" y="3931920"/>
            <a:ext cx="1947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make the idea clearer. What matters? What can wait? We remove confusion before it gets expensive.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65776" y="2468880"/>
            <a:ext cx="731520" cy="731520"/>
          </a:xfrm>
          <a:prstGeom prst="ellipse">
            <a:avLst/>
          </a:prstGeom>
          <a:solidFill>
            <a:srgbClr val="46D12A"/>
          </a:solidFill>
          <a:ln w="12700">
            <a:solidFill>
              <a:srgbClr val="46D12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65776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3</a:t>
            </a:r>
            <a:endParaRPr lang="en-US" sz="2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272491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65776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suggest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065776" y="3931920"/>
            <a:ext cx="1947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don’t force one path. We explain what fits your goals and budget. Smaller is often wiser.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7315200" y="2468880"/>
            <a:ext cx="731520" cy="731520"/>
          </a:xfrm>
          <a:prstGeom prst="ellipse">
            <a:avLst/>
          </a:prstGeom>
          <a:solidFill>
            <a:srgbClr val="121212"/>
          </a:solidFill>
          <a:ln w="25400">
            <a:solidFill>
              <a:srgbClr val="46D12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3152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4</a:t>
            </a:r>
            <a:endParaRPr lang="en-US" sz="26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272491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0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build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15200" y="3931920"/>
            <a:ext cx="1947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design and develop. Client informed, work focused, process human. No disappearing.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9564624" y="2468880"/>
            <a:ext cx="731520" cy="731520"/>
          </a:xfrm>
          <a:prstGeom prst="ellipse">
            <a:avLst/>
          </a:prstGeom>
          <a:solidFill>
            <a:srgbClr val="46D12A"/>
          </a:solidFill>
          <a:ln w="12700">
            <a:solidFill>
              <a:srgbClr val="46D12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9564624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2"/>
          <p:cNvSpPr/>
          <p:nvPr/>
        </p:nvSpPr>
        <p:spPr>
          <a:xfrm>
            <a:off x="9564624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Launch &amp; support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9564624" y="3931920"/>
            <a:ext cx="1947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make sure it works and is ready for real people. Launch is the first meeting with the world.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566928" y="5897880"/>
            <a:ext cx="64008" cy="868680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32" name="Text 25"/>
          <p:cNvSpPr/>
          <p:nvPr/>
        </p:nvSpPr>
        <p:spPr>
          <a:xfrm>
            <a:off x="768096" y="58521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 mystery. No “we’re almost done” for six weeks.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Just clear, steady progress.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WHY CLIENTS CHOOSE US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877824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Small enough to care. Skilled enough to </a:t>
            </a:r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build.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WHAT WE OFFER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6151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542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Direct communication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9260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30723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2999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Honest advice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3832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35295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4564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Practical options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38404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39867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" y="39136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Clear explanations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42976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44439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21" name="Text 18"/>
          <p:cNvSpPr/>
          <p:nvPr/>
        </p:nvSpPr>
        <p:spPr>
          <a:xfrm>
            <a:off x="841248" y="43708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Strong technical work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7548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" y="49011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" y="4828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Budget-aware solutions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52120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53583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27" name="Text 24"/>
          <p:cNvSpPr/>
          <p:nvPr/>
        </p:nvSpPr>
        <p:spPr>
          <a:xfrm>
            <a:off x="841248" y="5285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Real attention from a small team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6928" y="56692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HOW IT SHOULD FEEL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327648" y="26151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31" name="Text 28"/>
          <p:cNvSpPr/>
          <p:nvPr/>
        </p:nvSpPr>
        <p:spPr>
          <a:xfrm>
            <a:off x="6601968" y="2542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Heard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27648" y="29260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27648" y="30723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34" name="Text 31"/>
          <p:cNvSpPr/>
          <p:nvPr/>
        </p:nvSpPr>
        <p:spPr>
          <a:xfrm>
            <a:off x="6601968" y="2999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Guided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327648" y="33832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27648" y="35295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37" name="Text 34"/>
          <p:cNvSpPr/>
          <p:nvPr/>
        </p:nvSpPr>
        <p:spPr>
          <a:xfrm>
            <a:off x="6601968" y="34564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Respected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327648" y="38404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27648" y="39867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40" name="Text 37"/>
          <p:cNvSpPr/>
          <p:nvPr/>
        </p:nvSpPr>
        <p:spPr>
          <a:xfrm>
            <a:off x="6601968" y="39136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Informed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327648" y="42976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27648" y="44439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43" name="Text 40"/>
          <p:cNvSpPr/>
          <p:nvPr/>
        </p:nvSpPr>
        <p:spPr>
          <a:xfrm>
            <a:off x="6601968" y="43708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Not judged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327648" y="47548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27648" y="49011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46" name="Text 43"/>
          <p:cNvSpPr/>
          <p:nvPr/>
        </p:nvSpPr>
        <p:spPr>
          <a:xfrm>
            <a:off x="6601968" y="4828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Not overcharged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6327648" y="52120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27648" y="53583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49" name="Text 46"/>
          <p:cNvSpPr/>
          <p:nvPr/>
        </p:nvSpPr>
        <p:spPr>
          <a:xfrm>
            <a:off x="6601968" y="5285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Not left alone with confusion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6327648" y="56692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66928" y="5897880"/>
            <a:ext cx="64008" cy="868680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2" name="Text 49"/>
          <p:cNvSpPr/>
          <p:nvPr/>
        </p:nvSpPr>
        <p:spPr>
          <a:xfrm>
            <a:off x="768096" y="58521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People come to us for the build.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They remember the way the process felt.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WHO WE HELP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877824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Problems we solve, people we fit.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CLIENTS OFTEN COME WHEN…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6151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542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 previous team stopped halfway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9260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30723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2999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 website brings no results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3832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35295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4564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They don’t know what they need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38404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39867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" y="39136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The project became too complicated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42976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44439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21" name="Text 18"/>
          <p:cNvSpPr/>
          <p:nvPr/>
        </p:nvSpPr>
        <p:spPr>
          <a:xfrm>
            <a:off x="841248" y="43708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The idea is good but unclear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7548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" y="49011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" y="4828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Leads are getting lost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52120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53583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27" name="Text 24"/>
          <p:cNvSpPr/>
          <p:nvPr/>
        </p:nvSpPr>
        <p:spPr>
          <a:xfrm>
            <a:off x="841248" y="5285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They need to launch quickly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6928" y="56692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GOOD-FIT CLIENTS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327648" y="26151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31" name="Text 28"/>
          <p:cNvSpPr/>
          <p:nvPr/>
        </p:nvSpPr>
        <p:spPr>
          <a:xfrm>
            <a:off x="6601968" y="2542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Service businesses &amp; agencies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27648" y="29260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27648" y="30723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34" name="Text 31"/>
          <p:cNvSpPr/>
          <p:nvPr/>
        </p:nvSpPr>
        <p:spPr>
          <a:xfrm>
            <a:off x="6601968" y="2999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Clinics &amp; healthcare brands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327648" y="33832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27648" y="35295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37" name="Text 34"/>
          <p:cNvSpPr/>
          <p:nvPr/>
        </p:nvSpPr>
        <p:spPr>
          <a:xfrm>
            <a:off x="6601968" y="34564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E-commerce businesses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327648" y="38404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27648" y="39867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40" name="Text 37"/>
          <p:cNvSpPr/>
          <p:nvPr/>
        </p:nvSpPr>
        <p:spPr>
          <a:xfrm>
            <a:off x="6601968" y="39136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Restaurants &amp; cafes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327648" y="42976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27648" y="44439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43" name="Text 40"/>
          <p:cNvSpPr/>
          <p:nvPr/>
        </p:nvSpPr>
        <p:spPr>
          <a:xfrm>
            <a:off x="6601968" y="43708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Fitness &amp; wellness brands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327648" y="47548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27648" y="49011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46" name="Text 43"/>
          <p:cNvSpPr/>
          <p:nvPr/>
        </p:nvSpPr>
        <p:spPr>
          <a:xfrm>
            <a:off x="6601968" y="4828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Real estate &amp; architecture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6327648" y="52120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27648" y="5358384"/>
            <a:ext cx="118872" cy="118872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49" name="Text 46"/>
          <p:cNvSpPr/>
          <p:nvPr/>
        </p:nvSpPr>
        <p:spPr>
          <a:xfrm>
            <a:off x="6601968" y="5285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Startups &amp; production companies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6327648" y="5669280"/>
            <a:ext cx="4663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66928" y="5897880"/>
            <a:ext cx="64008" cy="868680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2" name="Text 49"/>
          <p:cNvSpPr/>
          <p:nvPr/>
        </p:nvSpPr>
        <p:spPr>
          <a:xfrm>
            <a:off x="768096" y="58521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The best clients are defined by attitude, not industry —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clear, honest, ready for useful work.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515807" y="18288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A1A1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13</a:t>
            </a:r>
            <a:endParaRPr lang="en-US" sz="15000" dirty="0"/>
          </a:p>
        </p:txBody>
      </p:sp>
      <p:sp>
        <p:nvSpPr>
          <p:cNvPr id="5" name="Shape 2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WHAT WE VALUE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87782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Six things we refuse to skip.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0312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2377440"/>
            <a:ext cx="530352" cy="530352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43" y="2520635"/>
            <a:ext cx="243962" cy="243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1328" y="23957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Clarity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41248" y="29992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94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If people cannot understand it, it is not ready yet.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79976" y="210312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54296" y="2377440"/>
            <a:ext cx="530352" cy="530352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491" y="252063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94376" y="23957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Honesty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54296" y="29992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94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 suggest what makes sense, not what makes the invoice bigger.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93024" y="2103120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67344" y="2377440"/>
            <a:ext cx="530352" cy="530352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539" y="2520635"/>
            <a:ext cx="243962" cy="2439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07424" y="23957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Care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67344" y="29992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94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Small team means real attention — for the work and the person.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66928" y="3959352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1248" y="4233672"/>
            <a:ext cx="530352" cy="530352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443" y="4376867"/>
            <a:ext cx="243962" cy="2439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81328" y="4251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Usefulness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841248" y="485546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94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Looking good is nice. Working well is better. We aim for both.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379976" y="3959352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654296" y="4233672"/>
            <a:ext cx="530352" cy="530352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7491" y="4376867"/>
            <a:ext cx="243962" cy="2439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94376" y="4251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Creativity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4654296" y="485546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94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Creative does not mean complicated. The best solution feels obvious.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8193024" y="3959352"/>
            <a:ext cx="3520440" cy="1627632"/>
          </a:xfrm>
          <a:prstGeom prst="roundRect">
            <a:avLst>
              <a:gd name="adj" fmla="val 5618"/>
            </a:avLst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467344" y="4233672"/>
            <a:ext cx="530352" cy="530352"/>
          </a:xfrm>
          <a:prstGeom prst="ellipse">
            <a:avLst/>
          </a:prstGeom>
          <a:solidFill>
            <a:srgbClr val="46D12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0539" y="4376867"/>
            <a:ext cx="243962" cy="24396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107424" y="4251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Good Energy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8467344" y="485546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94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Projects are serious. The process does not have to be miserable.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647" y="548640"/>
            <a:ext cx="960120" cy="283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4647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SELECTED CLIENTS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87782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Things we helped bring to life.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24+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CLIENTS &amp; PROJECTS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31012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2022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310128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FOUNDED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5332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∞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053328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REMOTE · WORLDWIDE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9652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796528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SMALL CORE TEAM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" y="31546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" y="33467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31546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Guarantee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31388" y="31546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67964" y="33467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0" name="Text 17"/>
          <p:cNvSpPr/>
          <p:nvPr/>
        </p:nvSpPr>
        <p:spPr>
          <a:xfrm>
            <a:off x="3569132" y="31546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Elia Clinic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95848" y="31546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32424" y="33467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3" name="Text 20"/>
          <p:cNvSpPr/>
          <p:nvPr/>
        </p:nvSpPr>
        <p:spPr>
          <a:xfrm>
            <a:off x="6333592" y="31546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AKG Creative House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860307" y="31546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96883" y="33467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6" name="Text 23"/>
          <p:cNvSpPr/>
          <p:nvPr/>
        </p:nvSpPr>
        <p:spPr>
          <a:xfrm>
            <a:off x="9098051" y="31546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Vera Reformer &amp; Pilates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36118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3504" y="38039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29" name="Text 26"/>
          <p:cNvSpPr/>
          <p:nvPr/>
        </p:nvSpPr>
        <p:spPr>
          <a:xfrm>
            <a:off x="804672" y="36118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Thrt Home Services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331388" y="36118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367964" y="38039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32" name="Text 29"/>
          <p:cNvSpPr/>
          <p:nvPr/>
        </p:nvSpPr>
        <p:spPr>
          <a:xfrm>
            <a:off x="3569132" y="36118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Vision Pulse AV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095848" y="36118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32424" y="38039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35" name="Text 32"/>
          <p:cNvSpPr/>
          <p:nvPr/>
        </p:nvSpPr>
        <p:spPr>
          <a:xfrm>
            <a:off x="6333592" y="36118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Liter Group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860307" y="36118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896883" y="38039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38" name="Text 35"/>
          <p:cNvSpPr/>
          <p:nvPr/>
        </p:nvSpPr>
        <p:spPr>
          <a:xfrm>
            <a:off x="9098051" y="36118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DARQ Architects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66928" y="40690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3504" y="42611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41" name="Text 38"/>
          <p:cNvSpPr/>
          <p:nvPr/>
        </p:nvSpPr>
        <p:spPr>
          <a:xfrm>
            <a:off x="804672" y="40690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Sky Group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3331388" y="40690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367964" y="42611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44" name="Text 41"/>
          <p:cNvSpPr/>
          <p:nvPr/>
        </p:nvSpPr>
        <p:spPr>
          <a:xfrm>
            <a:off x="3569132" y="40690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MARSHES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095848" y="40690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32424" y="42611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47" name="Text 44"/>
          <p:cNvSpPr/>
          <p:nvPr/>
        </p:nvSpPr>
        <p:spPr>
          <a:xfrm>
            <a:off x="6333592" y="40690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11vent Production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860307" y="40690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896883" y="42611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50" name="Text 47"/>
          <p:cNvSpPr/>
          <p:nvPr/>
        </p:nvSpPr>
        <p:spPr>
          <a:xfrm>
            <a:off x="9098051" y="40690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Dark Horse KSA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66928" y="45262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03504" y="47183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53" name="Text 50"/>
          <p:cNvSpPr/>
          <p:nvPr/>
        </p:nvSpPr>
        <p:spPr>
          <a:xfrm>
            <a:off x="804672" y="45262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PRO 71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3331388" y="45262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367964" y="47183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56" name="Text 53"/>
          <p:cNvSpPr/>
          <p:nvPr/>
        </p:nvSpPr>
        <p:spPr>
          <a:xfrm>
            <a:off x="3569132" y="45262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expentech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095848" y="45262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132424" y="47183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59" name="Text 56"/>
          <p:cNvSpPr/>
          <p:nvPr/>
        </p:nvSpPr>
        <p:spPr>
          <a:xfrm>
            <a:off x="6333592" y="45262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Gooo Club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8860307" y="45262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896883" y="47183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62" name="Text 59"/>
          <p:cNvSpPr/>
          <p:nvPr/>
        </p:nvSpPr>
        <p:spPr>
          <a:xfrm>
            <a:off x="9098051" y="45262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Ida Bakery &amp; Bistro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566928" y="49834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03504" y="51755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65" name="Text 62"/>
          <p:cNvSpPr/>
          <p:nvPr/>
        </p:nvSpPr>
        <p:spPr>
          <a:xfrm>
            <a:off x="804672" y="49834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Leaders Makers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3331388" y="49834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367964" y="51755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68" name="Text 65"/>
          <p:cNvSpPr/>
          <p:nvPr/>
        </p:nvSpPr>
        <p:spPr>
          <a:xfrm>
            <a:off x="3569132" y="49834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Eastern Gate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6095848" y="49834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132424" y="51755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71" name="Text 68"/>
          <p:cNvSpPr/>
          <p:nvPr/>
        </p:nvSpPr>
        <p:spPr>
          <a:xfrm>
            <a:off x="6333592" y="49834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Padel Zero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8860307" y="49834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896883" y="51755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74" name="Text 71"/>
          <p:cNvSpPr/>
          <p:nvPr/>
        </p:nvSpPr>
        <p:spPr>
          <a:xfrm>
            <a:off x="9098051" y="49834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DROP IN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566928" y="54406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03504" y="56327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77" name="Text 74"/>
          <p:cNvSpPr/>
          <p:nvPr/>
        </p:nvSpPr>
        <p:spPr>
          <a:xfrm>
            <a:off x="804672" y="54406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KH Interiors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3331388" y="54406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367964" y="56327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80" name="Text 77"/>
          <p:cNvSpPr/>
          <p:nvPr/>
        </p:nvSpPr>
        <p:spPr>
          <a:xfrm>
            <a:off x="3569132" y="54406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Mars Agency</a:t>
            </a:r>
            <a:endParaRPr lang="en-US" sz="1200" dirty="0"/>
          </a:p>
        </p:txBody>
      </p:sp>
      <p:sp>
        <p:nvSpPr>
          <p:cNvPr id="81" name="Shape 78"/>
          <p:cNvSpPr/>
          <p:nvPr/>
        </p:nvSpPr>
        <p:spPr>
          <a:xfrm>
            <a:off x="6095848" y="54406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132424" y="56327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83" name="Text 80"/>
          <p:cNvSpPr/>
          <p:nvPr/>
        </p:nvSpPr>
        <p:spPr>
          <a:xfrm>
            <a:off x="6333592" y="54406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Benglish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8860307" y="5440680"/>
            <a:ext cx="26730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896883" y="5632704"/>
            <a:ext cx="73152" cy="73152"/>
          </a:xfrm>
          <a:prstGeom prst="ellipse">
            <a:avLst/>
          </a:prstGeom>
          <a:solidFill>
            <a:srgbClr val="46D12A"/>
          </a:solidFill>
          <a:ln/>
        </p:spPr>
      </p:sp>
      <p:sp>
        <p:nvSpPr>
          <p:cNvPr id="86" name="Text 83"/>
          <p:cNvSpPr/>
          <p:nvPr/>
        </p:nvSpPr>
        <p:spPr>
          <a:xfrm>
            <a:off x="9098051" y="5440680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180 Degrees</a:t>
            </a:r>
            <a:endParaRPr lang="en-US" sz="1200" dirty="0"/>
          </a:p>
        </p:txBody>
      </p:sp>
      <p:sp>
        <p:nvSpPr>
          <p:cNvPr id="87" name="Text 84"/>
          <p:cNvSpPr/>
          <p:nvPr/>
        </p:nvSpPr>
        <p:spPr>
          <a:xfrm>
            <a:off x="566928" y="60076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Some work is public, some private, and some under NDA doing mysterious professional things in the background.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6217920" cy="6217920"/>
          </a:xfrm>
          <a:prstGeom prst="ellipse">
            <a:avLst/>
          </a:prstGeom>
          <a:ln w="19050">
            <a:solidFill>
              <a:srgbClr val="2A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097280"/>
            <a:ext cx="4754880" cy="4754880"/>
          </a:xfrm>
          <a:prstGeom prst="ellipse">
            <a:avLst/>
          </a:prstGeom>
          <a:ln w="15240">
            <a:solidFill>
              <a:srgbClr val="2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1554480"/>
            <a:ext cx="1371600" cy="1371600"/>
          </a:xfrm>
          <a:prstGeom prst="ellipse">
            <a:avLst/>
          </a:prstGeom>
          <a:solidFill>
            <a:srgbClr val="46D12A"/>
          </a:solidFill>
          <a:ln/>
          <a:effectLst>
            <a:outerShdw sx="100000" sy="100000" kx="0" ky="0" algn="bl" rotWithShape="0" blurRad="381000" dist="50800" dir="16200000">
              <a:srgbClr val="46D12A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1200000">
            <a:off x="566928" y="585216"/>
            <a:ext cx="109728" cy="310896"/>
          </a:xfrm>
          <a:prstGeom prst="rect">
            <a:avLst/>
          </a:prstGeom>
          <a:solidFill>
            <a:srgbClr val="46D1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LET’S TALK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Got an idea?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Let’s make it </a:t>
            </a:r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46D12A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easier.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66928" y="3840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B6B6B0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Have a clear brief? Great. Have a messy idea, a half-built project, or a website that needs help? Also great. No pressure, no confusing sales performance — just a useful conversation about what makes sense.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5029200"/>
            <a:ext cx="1105783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5212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EMAIL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hello@noxstudio.dev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5212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PHONE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10128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+963 935 154 501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53328" y="5212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WEB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53328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noxstudio.dev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96528" y="5212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BASED 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796528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Yabroud, Syria · Worldwide</a:t>
            </a:r>
            <a:endParaRPr lang="en-US" sz="1200" dirty="0"/>
          </a:p>
        </p:txBody>
      </p:sp>
      <p:pic>
        <p:nvPicPr>
          <p:cNvPr id="18" name="Image 0" descr="/home/claude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989320"/>
            <a:ext cx="1737360" cy="5136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52767" y="5989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Small team. Real care. Clear work.</a:t>
            </a:r>
            <a:endParaRPr lang="en-US" sz="125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C7C76"/>
                </a:solidFill>
                <a:latin typeface="Robust CS" pitchFamily="34" charset="0"/>
                <a:ea typeface="Robust CS" pitchFamily="34" charset="-122"/>
                <a:cs typeface="Robust CS" pitchFamily="34" charset="-120"/>
              </a:rPr>
              <a:t>Digital things, made easier. · © 2026 nox Studio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nox Studio — Company Profile</dc:title>
  <dc:subject>PptxGenJS Presentation</dc:subject>
  <dc:creator>nox Studio</dc:creator>
  <cp:lastModifiedBy>nox Studio</cp:lastModifiedBy>
  <cp:revision>1</cp:revision>
  <dcterms:created xsi:type="dcterms:W3CDTF">2026-05-29T02:06:51Z</dcterms:created>
  <dcterms:modified xsi:type="dcterms:W3CDTF">2026-05-29T02:06:51Z</dcterms:modified>
</cp:coreProperties>
</file>